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F5D354-4DD9-48CE-98EE-3388FC4C6250}" v="12" dt="2026-08-25T06:26:50.660"/>
    <p1510:client id="{ABEDC9DC-A536-4C3A-BF5A-CA3905A3F033}" v="9" dt="2026-08-25T07:03:35.9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46" d="100"/>
          <a:sy n="46" d="100"/>
        </p:scale>
        <p:origin x="38" y="9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K ROSHNI" userId="267baec8e03bbe4d" providerId="LiveId" clId="{F0BD8EA2-8372-4DB4-B96C-5660C82CEB72}"/>
    <pc:docChg chg="custSel addSld modSld">
      <pc:chgData name="SHAIK ROSHNI" userId="267baec8e03bbe4d" providerId="LiveId" clId="{F0BD8EA2-8372-4DB4-B96C-5660C82CEB72}" dt="2026-08-25T07:03:39.467" v="41" actId="20577"/>
      <pc:docMkLst>
        <pc:docMk/>
      </pc:docMkLst>
      <pc:sldChg chg="addSp modSp mod">
        <pc:chgData name="SHAIK ROSHNI" userId="267baec8e03bbe4d" providerId="LiveId" clId="{F0BD8EA2-8372-4DB4-B96C-5660C82CEB72}" dt="2026-08-25T06:57:52.546" v="3" actId="14100"/>
        <pc:sldMkLst>
          <pc:docMk/>
          <pc:sldMk cId="676149822" sldId="260"/>
        </pc:sldMkLst>
        <pc:picChg chg="add mod">
          <ac:chgData name="SHAIK ROSHNI" userId="267baec8e03bbe4d" providerId="LiveId" clId="{F0BD8EA2-8372-4DB4-B96C-5660C82CEB72}" dt="2026-08-25T06:57:52.546" v="3" actId="14100"/>
          <ac:picMkLst>
            <pc:docMk/>
            <pc:sldMk cId="676149822" sldId="260"/>
            <ac:picMk id="5" creationId="{2B6A6648-FE26-32B9-D308-1E0C4A3A7FF7}"/>
          </ac:picMkLst>
        </pc:picChg>
      </pc:sldChg>
      <pc:sldChg chg="addSp modSp new mod">
        <pc:chgData name="SHAIK ROSHNI" userId="267baec8e03bbe4d" providerId="LiveId" clId="{F0BD8EA2-8372-4DB4-B96C-5660C82CEB72}" dt="2026-08-25T07:01:46.661" v="22" actId="14100"/>
        <pc:sldMkLst>
          <pc:docMk/>
          <pc:sldMk cId="720201128" sldId="261"/>
        </pc:sldMkLst>
        <pc:spChg chg="mod">
          <ac:chgData name="SHAIK ROSHNI" userId="267baec8e03bbe4d" providerId="LiveId" clId="{F0BD8EA2-8372-4DB4-B96C-5660C82CEB72}" dt="2026-08-25T06:58:11.405" v="5"/>
          <ac:spMkLst>
            <pc:docMk/>
            <pc:sldMk cId="720201128" sldId="261"/>
            <ac:spMk id="2" creationId="{B6D77E88-ED0B-9BB5-6146-8CFFC20E0C4E}"/>
          </ac:spMkLst>
        </pc:spChg>
        <pc:spChg chg="mod">
          <ac:chgData name="SHAIK ROSHNI" userId="267baec8e03bbe4d" providerId="LiveId" clId="{F0BD8EA2-8372-4DB4-B96C-5660C82CEB72}" dt="2026-08-25T07:01:35.624" v="18" actId="1076"/>
          <ac:spMkLst>
            <pc:docMk/>
            <pc:sldMk cId="720201128" sldId="261"/>
            <ac:spMk id="3" creationId="{5E87C80D-4364-29EC-CAA3-EA712BE50F41}"/>
          </ac:spMkLst>
        </pc:spChg>
        <pc:picChg chg="add mod">
          <ac:chgData name="SHAIK ROSHNI" userId="267baec8e03bbe4d" providerId="LiveId" clId="{F0BD8EA2-8372-4DB4-B96C-5660C82CEB72}" dt="2026-08-25T07:01:46.661" v="22" actId="14100"/>
          <ac:picMkLst>
            <pc:docMk/>
            <pc:sldMk cId="720201128" sldId="261"/>
            <ac:picMk id="4" creationId="{DEA32359-70DF-FC99-20B4-63C4CB0B7C83}"/>
          </ac:picMkLst>
        </pc:picChg>
      </pc:sldChg>
      <pc:sldChg chg="modSp new">
        <pc:chgData name="SHAIK ROSHNI" userId="267baec8e03bbe4d" providerId="LiveId" clId="{F0BD8EA2-8372-4DB4-B96C-5660C82CEB72}" dt="2026-08-25T07:02:27.710" v="25"/>
        <pc:sldMkLst>
          <pc:docMk/>
          <pc:sldMk cId="4159814033" sldId="262"/>
        </pc:sldMkLst>
        <pc:spChg chg="mod">
          <ac:chgData name="SHAIK ROSHNI" userId="267baec8e03bbe4d" providerId="LiveId" clId="{F0BD8EA2-8372-4DB4-B96C-5660C82CEB72}" dt="2026-08-25T07:02:20.009" v="24"/>
          <ac:spMkLst>
            <pc:docMk/>
            <pc:sldMk cId="4159814033" sldId="262"/>
            <ac:spMk id="2" creationId="{F649B2C2-127C-E792-2631-3E0F79708D08}"/>
          </ac:spMkLst>
        </pc:spChg>
        <pc:spChg chg="mod">
          <ac:chgData name="SHAIK ROSHNI" userId="267baec8e03bbe4d" providerId="LiveId" clId="{F0BD8EA2-8372-4DB4-B96C-5660C82CEB72}" dt="2026-08-25T07:02:27.710" v="25"/>
          <ac:spMkLst>
            <pc:docMk/>
            <pc:sldMk cId="4159814033" sldId="262"/>
            <ac:spMk id="3" creationId="{23878909-865A-F7A3-04A8-DEB8DDAC723A}"/>
          </ac:spMkLst>
        </pc:spChg>
      </pc:sldChg>
      <pc:sldChg chg="modSp new mod">
        <pc:chgData name="SHAIK ROSHNI" userId="267baec8e03bbe4d" providerId="LiveId" clId="{F0BD8EA2-8372-4DB4-B96C-5660C82CEB72}" dt="2026-08-25T07:03:11.437" v="37" actId="5793"/>
        <pc:sldMkLst>
          <pc:docMk/>
          <pc:sldMk cId="2188640981" sldId="263"/>
        </pc:sldMkLst>
        <pc:spChg chg="mod">
          <ac:chgData name="SHAIK ROSHNI" userId="267baec8e03bbe4d" providerId="LiveId" clId="{F0BD8EA2-8372-4DB4-B96C-5660C82CEB72}" dt="2026-08-25T07:02:39.376" v="27"/>
          <ac:spMkLst>
            <pc:docMk/>
            <pc:sldMk cId="2188640981" sldId="263"/>
            <ac:spMk id="2" creationId="{3AF9C091-9E4A-C22A-8797-F2EE8158D282}"/>
          </ac:spMkLst>
        </pc:spChg>
        <pc:spChg chg="mod">
          <ac:chgData name="SHAIK ROSHNI" userId="267baec8e03bbe4d" providerId="LiveId" clId="{F0BD8EA2-8372-4DB4-B96C-5660C82CEB72}" dt="2026-08-25T07:03:11.437" v="37" actId="5793"/>
          <ac:spMkLst>
            <pc:docMk/>
            <pc:sldMk cId="2188640981" sldId="263"/>
            <ac:spMk id="3" creationId="{1F04A876-AE99-FBE5-3751-244E81918480}"/>
          </ac:spMkLst>
        </pc:spChg>
      </pc:sldChg>
      <pc:sldChg chg="modSp new mod">
        <pc:chgData name="SHAIK ROSHNI" userId="267baec8e03bbe4d" providerId="LiveId" clId="{F0BD8EA2-8372-4DB4-B96C-5660C82CEB72}" dt="2026-08-25T07:03:39.467" v="41" actId="20577"/>
        <pc:sldMkLst>
          <pc:docMk/>
          <pc:sldMk cId="3814160831" sldId="264"/>
        </pc:sldMkLst>
        <pc:spChg chg="mod">
          <ac:chgData name="SHAIK ROSHNI" userId="267baec8e03bbe4d" providerId="LiveId" clId="{F0BD8EA2-8372-4DB4-B96C-5660C82CEB72}" dt="2026-08-25T07:03:24.353" v="39"/>
          <ac:spMkLst>
            <pc:docMk/>
            <pc:sldMk cId="3814160831" sldId="264"/>
            <ac:spMk id="2" creationId="{12548EBB-9CE2-28FC-C189-E13F2ED7C43C}"/>
          </ac:spMkLst>
        </pc:spChg>
        <pc:spChg chg="mod">
          <ac:chgData name="SHAIK ROSHNI" userId="267baec8e03bbe4d" providerId="LiveId" clId="{F0BD8EA2-8372-4DB4-B96C-5660C82CEB72}" dt="2026-08-25T07:03:39.467" v="41" actId="20577"/>
          <ac:spMkLst>
            <pc:docMk/>
            <pc:sldMk cId="3814160831" sldId="264"/>
            <ac:spMk id="3" creationId="{C387B164-F73B-4A98-D375-1A061E0AA5E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C299D-F419-DE71-5CC3-F30C0AA689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E5A715-0DFD-1A09-406A-0CE55D639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FC67E-E717-65F6-AB93-0FF298602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F0E5B-FDE7-4ADD-8637-7E70B7DAE7B5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ADF55-91C4-083E-8699-DCBF3C977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7EB6C-221A-83E6-538C-50BB36756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2A96C-CC5F-4EF6-A0A2-4B5011A91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162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938C5-AA03-FD4D-F045-5BEA65F8C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FFED-933A-A14B-6CED-019D47793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D3C97-6A17-06D8-C110-D280E358C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F0E5B-FDE7-4ADD-8637-7E70B7DAE7B5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F7B71-E883-EA06-EB77-98D67742B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FFA4A-3A6D-014A-933B-E25D50E06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2A96C-CC5F-4EF6-A0A2-4B5011A91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743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8030E-1F31-FF1A-6DF8-7C923A324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F45635-15AE-797F-801D-CBCF50E2A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9BEB7-C275-3005-3663-7AEA876F6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F0E5B-FDE7-4ADD-8637-7E70B7DAE7B5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C2C0D-3B4F-0FE8-4690-DDF60B93B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C0E9D-3115-7DA9-DA58-D62A22842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2A96C-CC5F-4EF6-A0A2-4B5011A91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4010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796B2-95BF-C81D-C04F-715C716E4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57A3F-552A-B5CF-5554-E89B798A84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E40553-4F32-6E84-CA58-1DDEC7F1B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454344-791F-F12F-87AD-19C7F9366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F0E5B-FDE7-4ADD-8637-7E70B7DAE7B5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777EF4-0886-F05B-1F92-3DC304E1C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4ECB18-6247-E00B-A007-556954E46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2A96C-CC5F-4EF6-A0A2-4B5011A91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8340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69EE7-8366-583B-DD45-013572757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F1383F-EF18-B5A4-0E10-3B47A721B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898622-DD14-B605-A48E-2896BB970D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E372F9-3446-74B0-353D-0AABFE4B86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765646-9800-7942-64D8-B1E0CE26CF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159F06-5727-23D5-B4FE-4EC3F80DF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F0E5B-FDE7-4ADD-8637-7E70B7DAE7B5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F6B402-95A9-C091-0E8D-4DE8A92FC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0190DC-ED45-CBAC-D630-C7CCEBBA3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2A96C-CC5F-4EF6-A0A2-4B5011A91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795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905D1-D3CE-C7FA-B79F-F98439656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FF19F1-EC37-7DB2-D55B-F37CD40E7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F0E5B-FDE7-4ADD-8637-7E70B7DAE7B5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41CCBE-782D-996D-D865-11B72383E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3A1725-AB00-037A-EDC2-42AA3170F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2A96C-CC5F-4EF6-A0A2-4B5011A91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658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BCAF3F-FF14-E790-100A-DBC8A9A8A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F0E5B-FDE7-4ADD-8637-7E70B7DAE7B5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2AA196-1893-F57A-A221-CF51786E3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CBFC8-BF96-33CC-2F1F-B8AF7C330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2A96C-CC5F-4EF6-A0A2-4B5011A91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611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81442-96E9-8DB8-840B-3BEE08740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7261C-DF84-675A-0866-672288699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8488DC-3334-CC87-32EA-A21CE7EC0F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3AE8EB-4046-9964-7711-80C9607C8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F0E5B-FDE7-4ADD-8637-7E70B7DAE7B5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50A05-F576-939A-F256-2264AC29B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6B6D27-4EC7-CC42-34D9-5F6D5FB26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2A96C-CC5F-4EF6-A0A2-4B5011A91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432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2A2A7-C00E-4E4E-48A5-887FE4CBF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7E6770-849C-5170-AA7B-4179D74C5F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BBF8B9-061B-8E6C-A6B7-C380D20190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1E226D-1BF9-461E-7E64-D62143E3A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F0E5B-FDE7-4ADD-8637-7E70B7DAE7B5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3D0C5B-F0A4-CDEE-87FA-C19F4B89B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942C79-C5D4-F8C6-D424-506F85E96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2A96C-CC5F-4EF6-A0A2-4B5011A91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320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A1849-7ED0-554B-63CF-C82A3C9E3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5AB1BA-DBB6-54C1-47CC-7BB2F85600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3AB34-5347-DE2C-63B7-54326EED9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F0E5B-FDE7-4ADD-8637-7E70B7DAE7B5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BB433-0439-D672-96F5-EA616E034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69BD9-C8F1-C79D-FCC9-F4FF0BE1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2A96C-CC5F-4EF6-A0A2-4B5011A91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5909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D1D49A-2C86-C01D-8D5A-177851B384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6E4EE3-61B9-61A0-AD9E-FDAF09B675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6B14A-4DE1-4395-FEA1-1F5F92BDA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F0E5B-FDE7-4ADD-8637-7E70B7DAE7B5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35FA5-B44E-E5E4-E747-B96AA8EDB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7C99E-3C89-0ACE-6920-CDA71FBEE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2A96C-CC5F-4EF6-A0A2-4B5011A91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981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8A5AF4-15D2-A137-C779-41C518378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13397B-3986-A49C-B7E9-80CAD445B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6C3B0-8748-9B14-30AE-0A1BDEF27D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7F0E5B-FDE7-4ADD-8637-7E70B7DAE7B5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EC754-88D5-87FD-70F7-6A478F4BD0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A501F-23EE-BBDD-F49F-EE5B7BDC7F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E2A96C-CC5F-4EF6-A0A2-4B5011A91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459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AAD9429-5D96-6632-F825-889866E30F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7800" y="2617146"/>
            <a:ext cx="9206630" cy="1234826"/>
          </a:xfrm>
        </p:spPr>
        <p:txBody>
          <a:bodyPr>
            <a:noAutofit/>
          </a:bodyPr>
          <a:lstStyle/>
          <a:p>
            <a:r>
              <a:rPr lang="en-IN" sz="4000" b="1" dirty="0">
                <a:solidFill>
                  <a:srgbClr val="FF0000"/>
                </a:solidFill>
              </a:rPr>
              <a:t>INDUCTIVE SENSOR</a:t>
            </a:r>
            <a:endParaRPr lang="en-US" sz="40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FA5B01-0438-E8D6-4206-7A0C4A063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650" y="522701"/>
            <a:ext cx="10564699" cy="11241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D46EB4-35A0-E4FC-01E6-E5A9D4355C37}"/>
              </a:ext>
            </a:extLst>
          </p:cNvPr>
          <p:cNvSpPr txBox="1"/>
          <p:nvPr/>
        </p:nvSpPr>
        <p:spPr>
          <a:xfrm>
            <a:off x="813650" y="4411729"/>
            <a:ext cx="54986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PRESENTED BY: </a:t>
            </a:r>
            <a:endParaRPr lang="en-US" sz="1600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S.Roshni(192525185)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1AE0FB-D147-3D7F-C024-40556AB320CB}"/>
              </a:ext>
            </a:extLst>
          </p:cNvPr>
          <p:cNvSpPr txBox="1"/>
          <p:nvPr/>
        </p:nvSpPr>
        <p:spPr>
          <a:xfrm>
            <a:off x="7993626" y="4368516"/>
            <a:ext cx="3248087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1800" b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GUIDED BY:</a:t>
            </a:r>
            <a:br>
              <a:rPr lang="en-US" sz="1800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600" dirty="0">
                <a:solidFill>
                  <a:schemeClr val="accent6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Dr.</a:t>
            </a:r>
            <a:r>
              <a:rPr lang="en-IN" sz="16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 Prakash Mathialagan</a:t>
            </a:r>
            <a:r>
              <a:rPr lang="en-US" sz="1600" dirty="0">
                <a:solidFill>
                  <a:schemeClr val="accent6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, </a:t>
            </a:r>
          </a:p>
          <a:p>
            <a:pPr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1600" dirty="0">
                <a:solidFill>
                  <a:schemeClr val="accent6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Times New Roman"/>
              </a:rPr>
              <a:t>Professor, SIMATS </a:t>
            </a:r>
            <a:r>
              <a:rPr lang="en-US" sz="1800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sym typeface="Times New Roman"/>
              </a:rPr>
              <a:t>Engineering</a:t>
            </a:r>
            <a:endParaRPr lang="en-US" sz="1800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665492-6191-E057-8D51-B54C30A56AA2}"/>
              </a:ext>
            </a:extLst>
          </p:cNvPr>
          <p:cNvSpPr txBox="1"/>
          <p:nvPr/>
        </p:nvSpPr>
        <p:spPr>
          <a:xfrm>
            <a:off x="3111910" y="2139646"/>
            <a:ext cx="56535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Technical Seminar and Presentation</a:t>
            </a:r>
            <a:endParaRPr lang="en-IN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8A2D58-20EF-9A81-7E8B-3183876AB27A}"/>
              </a:ext>
            </a:extLst>
          </p:cNvPr>
          <p:cNvSpPr txBox="1"/>
          <p:nvPr/>
        </p:nvSpPr>
        <p:spPr>
          <a:xfrm>
            <a:off x="2890684" y="167031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accent6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MLA0104 – AI</a:t>
            </a:r>
          </a:p>
        </p:txBody>
      </p:sp>
    </p:spTree>
    <p:extLst>
      <p:ext uri="{BB962C8B-B14F-4D97-AF65-F5344CB8AC3E}">
        <p14:creationId xmlns:p14="http://schemas.microsoft.com/office/powerpoint/2010/main" val="97632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66C4E-C698-366D-6D76-622D49FD1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Image</a:t>
            </a:r>
          </a:p>
        </p:txBody>
      </p:sp>
      <p:pic>
        <p:nvPicPr>
          <p:cNvPr id="4" name="Picture 3" descr="https://images.openai.com/static-rsc-4/tN3CQJFBrl-EAAf4ggf7YsvMfU1AQkufNmap-mBI6LewfI4D8ieB-jBi4-kmhvfi3I6ok-KmxzFdq7YXPUprp_jARkuZFb_705Oh2vQGrkTSdj4uViYb8ta_r5mga1FI24yMHJURCDtUPXBa4_u-HMKlF8UE4IjqsDAwy5lEKIEvliu9uR3aWRMSM4xmKUwU?purpose=fullsize">
            <a:extLst>
              <a:ext uri="{FF2B5EF4-FFF2-40B4-BE49-F238E27FC236}">
                <a16:creationId xmlns:a16="http://schemas.microsoft.com/office/drawing/2014/main" id="{F36DE53D-A031-D2A3-2CFA-AF83DF14D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185" y="1690688"/>
            <a:ext cx="3949931" cy="3351444"/>
          </a:xfrm>
          <a:prstGeom prst="rect">
            <a:avLst/>
          </a:prstGeom>
        </p:spPr>
      </p:pic>
      <p:pic>
        <p:nvPicPr>
          <p:cNvPr id="5" name="Picture 4" descr="https://images.openai.com/static-rsc-4/wVOKxtv6-krGexGUKCx0M8e77Ef4Ji5OmfVwvlGIt46Ow6SOirZU_P_JeqVWgjpE9xH_WlipGIO2HABdvVrMaC7-Vp5w0CEGI0TBa4NaQ0Gmgj8Ezh_NDwilUfMLLyHHBWmO6zSktahbG4QjEoWK6NQXBCvXGSdVnyeQ9RlldRTPdlB-xmOP9yTkHgjbFga3?purpose=fullsize">
            <a:extLst>
              <a:ext uri="{FF2B5EF4-FFF2-40B4-BE49-F238E27FC236}">
                <a16:creationId xmlns:a16="http://schemas.microsoft.com/office/drawing/2014/main" id="{E2B595AB-FBC1-6570-DAE3-9B50C08C4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7833" y="1609001"/>
            <a:ext cx="4136333" cy="3562467"/>
          </a:xfrm>
          <a:prstGeom prst="rect">
            <a:avLst/>
          </a:prstGeom>
        </p:spPr>
      </p:pic>
      <p:pic>
        <p:nvPicPr>
          <p:cNvPr id="6" name="Picture 5" descr="https://images.openai.com/static-rsc-4/pSZK1afi_rasoX2rJn1cWTvFgfda69MDiln5x4CCfJNi23IF_OLZ0xQSEAUdREC-wO4z3MBQjipeM7W8Gutgh3lKxPrMiukrPBLhjZaTxJWBMJizuYJSK4C5K_UVL0cSR9kUnHmScXgkO7Xxo3M8xvPeBMxKXSs1oxONAu9EUfo-0PRtahDmlGIdDlQgbAXe?purpose=fullsize">
            <a:extLst>
              <a:ext uri="{FF2B5EF4-FFF2-40B4-BE49-F238E27FC236}">
                <a16:creationId xmlns:a16="http://schemas.microsoft.com/office/drawing/2014/main" id="{5B0CBC62-539C-87EF-9534-754E31C5E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7765" y="1609001"/>
            <a:ext cx="4136334" cy="39891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DB56F8-C50A-AE34-7F2C-B4034D58C42E}"/>
              </a:ext>
            </a:extLst>
          </p:cNvPr>
          <p:cNvSpPr txBox="1"/>
          <p:nvPr/>
        </p:nvSpPr>
        <p:spPr>
          <a:xfrm>
            <a:off x="669493" y="5492014"/>
            <a:ext cx="93764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Inductive Sensor:</a:t>
            </a:r>
            <a:br>
              <a:rPr lang="en-IN" dirty="0"/>
            </a:br>
            <a:r>
              <a:rPr lang="en-IN" dirty="0"/>
              <a:t>An inductive sensor is a </a:t>
            </a:r>
            <a:r>
              <a:rPr lang="en-IN" b="1" dirty="0"/>
              <a:t>non-contact sensor used to detect metallic objects</a:t>
            </a:r>
            <a:r>
              <a:rPr lang="en-IN" dirty="0"/>
              <a:t>. It works using an electromagnetic field generated by a coil.</a:t>
            </a:r>
          </a:p>
        </p:txBody>
      </p:sp>
    </p:spTree>
    <p:extLst>
      <p:ext uri="{BB962C8B-B14F-4D97-AF65-F5344CB8AC3E}">
        <p14:creationId xmlns:p14="http://schemas.microsoft.com/office/powerpoint/2010/main" val="2678786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3A4AF-4463-A5C8-1A59-0CEDF211D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Components of an Inductive Sensor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2E03F-B6F0-D061-EF40-873D88B9F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549" y="1253331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Components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Sensing Coil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the electromagnetic field.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changes when a metal object approaches. 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Oscillator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 high-frequency alternating signal.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Supplies the signal to the sensing coil. 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Detection Circuit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the change in oscillator amplitude caused by a metal target. 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Trigger / Comparator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the detected signal with a preset threshold.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Decides whether the metal object is present. 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Output Circuit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can be connected to a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PLC, Arduino or control system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DBABD6-BAE9-8864-C93D-F602C800D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812" y="1459609"/>
            <a:ext cx="5120640" cy="5083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161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317EA-C0E1-04CA-888D-D18A583F3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Does an Inductive Sensor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CA1E7-86DF-8275-571E-E510526FA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263" y="1825625"/>
            <a:ext cx="5469774" cy="4351338"/>
          </a:xfrm>
        </p:spPr>
        <p:txBody>
          <a:bodyPr>
            <a:normAutofit/>
          </a:bodyPr>
          <a:lstStyle/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oscillator produces a high-frequency electrical signal.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signal creates an electromagnetic field around the sensing coil.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metal object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enters this field, eddy currents are generated inside the metal.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eddy currents absorb energy from the electromagnetic field.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oscillator's amplitude changes.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detection circuit senses this change.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circuit produces an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ON/OFF signal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6A6648-FE26-32B9-D308-1E0C4A3A7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6807" y="1690688"/>
            <a:ext cx="5092930" cy="500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149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77E88-ED0B-9BB5-6146-8CFFC20E0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Where Is an Inductive Sensor Used?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7C80D-4364-29EC-CAA3-EA712BE50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182" y="1542992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🏭 Industrial Automation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detect the presence and position of metal components.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🤖 Robotics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identify metallic parts and determine their position.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⚙️ CNC Machines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tool and machine-position detection.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🚗 Automotive Industry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detecting metallic components and machine positions.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📦 Conveyor Systems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counting and detecting metal objects moving on conveyors.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🔧 Manufacturing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object detection, position sensing and automatic quality-control systems.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https://images.openai.com/static-rsc-4/uimhosgT3d3Tu2FqqorNViQREM0Xu4qDwDjHb009UwfdXZ1jQnl88yBE-f3_rVqxJbFY-wvVfUs2VeL-Xx-7ezVOOspEOGww7AEdJvH4qxfEtydhFok-ONSWyyXuYiGFobux_PeK2oSh9gZt9Ulxkq8cA7Ym9Qg4ggNdiwxe8sQu72VFNGWJCVugyQH7ToPQ?purpose=fullsize">
            <a:extLst>
              <a:ext uri="{FF2B5EF4-FFF2-40B4-BE49-F238E27FC236}">
                <a16:creationId xmlns:a16="http://schemas.microsoft.com/office/drawing/2014/main" id="{DEA32359-70DF-FC99-20B4-63C4CB0B7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9971" y="1542992"/>
            <a:ext cx="3807229" cy="4819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201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9B2C2-127C-E792-2631-3E0F79708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Is an Inductive Sensor Used?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78909-865A-F7A3-04A8-DEB8DDAC7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/>
              <a:t>Non-contact detection</a:t>
            </a:r>
            <a:r>
              <a:rPr lang="en-IN" dirty="0"/>
              <a:t> – no physical contact is required. </a:t>
            </a:r>
          </a:p>
          <a:p>
            <a:pPr lvl="0"/>
            <a:r>
              <a:rPr lang="en-IN" b="1" dirty="0"/>
              <a:t>Fast response</a:t>
            </a:r>
            <a:r>
              <a:rPr lang="en-IN" dirty="0"/>
              <a:t> – suitable for high-speed automation. </a:t>
            </a:r>
          </a:p>
          <a:p>
            <a:pPr lvl="0"/>
            <a:r>
              <a:rPr lang="en-IN" b="1" dirty="0"/>
              <a:t>High reliability</a:t>
            </a:r>
            <a:r>
              <a:rPr lang="en-IN" dirty="0"/>
              <a:t> – fewer mechanical parts means less wear. </a:t>
            </a:r>
          </a:p>
          <a:p>
            <a:pPr lvl="0"/>
            <a:r>
              <a:rPr lang="en-IN" b="1" dirty="0"/>
              <a:t>Good durability</a:t>
            </a:r>
            <a:r>
              <a:rPr lang="en-IN" dirty="0"/>
              <a:t> – suitable for industrial environments. </a:t>
            </a:r>
          </a:p>
          <a:p>
            <a:pPr lvl="0"/>
            <a:r>
              <a:rPr lang="en-IN" b="1" dirty="0"/>
              <a:t>Accurate metal detection</a:t>
            </a:r>
            <a:r>
              <a:rPr lang="en-IN" dirty="0"/>
              <a:t> – reliably detects conductive objects. </a:t>
            </a:r>
          </a:p>
          <a:p>
            <a:pPr lvl="0"/>
            <a:r>
              <a:rPr lang="en-IN" b="1" dirty="0"/>
              <a:t>Low maintenance</a:t>
            </a:r>
            <a:r>
              <a:rPr lang="en-IN" dirty="0"/>
              <a:t> – no mechanical contact with the target. </a:t>
            </a:r>
          </a:p>
          <a:p>
            <a:pPr lvl="0"/>
            <a:r>
              <a:rPr lang="en-IN" b="1" dirty="0"/>
              <a:t>Easy automation integration</a:t>
            </a:r>
            <a:r>
              <a:rPr lang="en-IN" dirty="0"/>
              <a:t> – can be connected to PLCs and controllers.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9814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9C091-9E4A-C22A-8797-F2EE8158D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Is It Used with AI/ML?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4A876-AE99-FBE5-3751-244E81918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The inductive sensor can provide continuous sensor data to an AI/ML system.</a:t>
            </a:r>
          </a:p>
          <a:p>
            <a:pPr marL="0" indent="0">
              <a:buNone/>
            </a:pPr>
            <a:r>
              <a:rPr lang="en-IN" b="1" dirty="0"/>
              <a:t>Inductive Sensor → Data Collection → Signal Processing → ML Model → Prediction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Example</a:t>
            </a:r>
          </a:p>
          <a:p>
            <a:r>
              <a:rPr lang="en-IN" dirty="0"/>
              <a:t>In a factory, the sensor detects machine components.</a:t>
            </a:r>
          </a:p>
          <a:p>
            <a:pPr marL="0" lvl="0" indent="0">
              <a:buNone/>
            </a:pPr>
            <a:r>
              <a:rPr lang="en-IN" b="1" dirty="0"/>
              <a:t>Normal signal → Normal operation</a:t>
            </a:r>
            <a:r>
              <a:rPr lang="en-IN" dirty="0"/>
              <a:t> </a:t>
            </a:r>
          </a:p>
          <a:p>
            <a:pPr marL="0" lvl="0" indent="0">
              <a:buNone/>
            </a:pPr>
            <a:r>
              <a:rPr lang="en-IN" b="1" dirty="0"/>
              <a:t>Unusual signal → Possible fault</a:t>
            </a:r>
            <a:r>
              <a:rPr lang="en-IN" dirty="0"/>
              <a:t> </a:t>
            </a:r>
          </a:p>
          <a:p>
            <a:pPr marL="0" lvl="0" indent="0">
              <a:buNone/>
            </a:pPr>
            <a:r>
              <a:rPr lang="en-IN" b="1" dirty="0"/>
              <a:t>Repeated abnormal signals → Predictive maintenance alert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Therefore, AI/ML can enhance the sensor from simple </a:t>
            </a:r>
            <a:r>
              <a:rPr lang="en-IN" b="1" dirty="0"/>
              <a:t>metal detection</a:t>
            </a:r>
            <a:r>
              <a:rPr lang="en-IN" dirty="0"/>
              <a:t> into an </a:t>
            </a:r>
            <a:r>
              <a:rPr lang="en-IN" b="1" dirty="0"/>
              <a:t>intelligent monitoring system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8640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48EBB-9CE2-28FC-C189-E13F2ED7C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7B164-F73B-4A98-D375-1A061E0AA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Inductive sensors are fast, reliable and non-contact sensors mainly used for metallic-object detection. </a:t>
            </a:r>
          </a:p>
          <a:p>
            <a:r>
              <a:rPr lang="en-IN" dirty="0"/>
              <a:t>Their integration with AI/ML enables intelligent sensing, anomaly detection and predictive maintenance, making them highly useful for modern smart manufacturing and Industry 4.0.</a:t>
            </a:r>
          </a:p>
        </p:txBody>
      </p:sp>
    </p:spTree>
    <p:extLst>
      <p:ext uri="{BB962C8B-B14F-4D97-AF65-F5344CB8AC3E}">
        <p14:creationId xmlns:p14="http://schemas.microsoft.com/office/powerpoint/2010/main" val="3814160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515</Words>
  <Application>Microsoft Office PowerPoint</Application>
  <PresentationFormat>Widescreen</PresentationFormat>
  <Paragraphs>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Cambria</vt:lpstr>
      <vt:lpstr>Times New Roman</vt:lpstr>
      <vt:lpstr>Office Theme</vt:lpstr>
      <vt:lpstr>PowerPoint Presentation</vt:lpstr>
      <vt:lpstr>Sensor Image</vt:lpstr>
      <vt:lpstr>Components of an Inductive Sensor</vt:lpstr>
      <vt:lpstr>How Does an Inductive Sensor Work?</vt:lpstr>
      <vt:lpstr>Where Is an Inductive Sensor Used?</vt:lpstr>
      <vt:lpstr>Why Is an Inductive Sensor Used?</vt:lpstr>
      <vt:lpstr>How Is It Used with AI/ML?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SHAIK ROSHNI</dc:creator>
  <cp:lastModifiedBy>SHAIK ROSHNI</cp:lastModifiedBy>
  <cp:revision>2</cp:revision>
  <dcterms:created xsi:type="dcterms:W3CDTF">2026-08-16T13:30:06Z</dcterms:created>
  <dcterms:modified xsi:type="dcterms:W3CDTF">2026-08-25T07:03:53Z</dcterms:modified>
</cp:coreProperties>
</file>